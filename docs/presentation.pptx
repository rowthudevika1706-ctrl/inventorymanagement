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rlow" panose="00000500000000000000" pitchFamily="2" charset="0"/>
      <p:regular r:id="rId13"/>
    </p:embeddedFont>
    <p:embeddedFont>
      <p:font typeface="Epilogu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614"/>
    <a:srgbClr val="070C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2439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2925" y="1135737"/>
            <a:ext cx="7805738" cy="1398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SMART INVENTORY MANAGEMENT SYSTEM</a:t>
            </a:r>
            <a:endParaRPr lang="en-US" sz="4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0E2DF41-CC77-7EA8-0092-8FCDF50CA39E}"/>
              </a:ext>
            </a:extLst>
          </p:cNvPr>
          <p:cNvSpPr/>
          <p:nvPr/>
        </p:nvSpPr>
        <p:spPr>
          <a:xfrm>
            <a:off x="10796432" y="2976231"/>
            <a:ext cx="3675241" cy="2742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r>
              <a:rPr lang="en-US" sz="2000" dirty="0">
                <a:solidFill>
                  <a:srgbClr val="EBECEF"/>
                </a:solidFill>
                <a:ea typeface="Epilogue" pitchFamily="34" charset="-122"/>
                <a:cs typeface="Epilogue" pitchFamily="34" charset="-120"/>
              </a:rPr>
              <a:t>Team Members :</a:t>
            </a:r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EBECEF"/>
                </a:solidFill>
                <a:ea typeface="Epilogue" pitchFamily="34" charset="-122"/>
                <a:cs typeface="Epilogue" pitchFamily="34" charset="-120"/>
              </a:rPr>
              <a:t>Shweta Patil</a:t>
            </a:r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EBECEF"/>
                </a:solidFill>
                <a:ea typeface="Epilogue" pitchFamily="34" charset="-122"/>
                <a:cs typeface="Epilogue" pitchFamily="34" charset="-120"/>
              </a:rPr>
              <a:t>Sneha </a:t>
            </a:r>
            <a:r>
              <a:rPr lang="en-US" sz="2000" dirty="0" err="1">
                <a:solidFill>
                  <a:srgbClr val="EBECEF"/>
                </a:solidFill>
                <a:ea typeface="Epilogue" pitchFamily="34" charset="-122"/>
                <a:cs typeface="Epilogue" pitchFamily="34" charset="-120"/>
              </a:rPr>
              <a:t>Harugeri</a:t>
            </a:r>
            <a:endParaRPr lang="en-US" sz="2000" dirty="0">
              <a:solidFill>
                <a:srgbClr val="EBECEF"/>
              </a:solidFill>
              <a:ea typeface="Epilogue" pitchFamily="34" charset="-122"/>
              <a:cs typeface="Epilogue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EBECEF"/>
                </a:solidFill>
                <a:ea typeface="Epilogue" pitchFamily="34" charset="-122"/>
                <a:cs typeface="Epilogue" pitchFamily="34" charset="-120"/>
              </a:rPr>
              <a:t>Devika </a:t>
            </a:r>
            <a:r>
              <a:rPr lang="en-US" sz="2000" dirty="0" err="1">
                <a:solidFill>
                  <a:srgbClr val="EBECEF"/>
                </a:solidFill>
                <a:ea typeface="Epilogue" pitchFamily="34" charset="-122"/>
                <a:cs typeface="Epilogue" pitchFamily="34" charset="-120"/>
              </a:rPr>
              <a:t>Rowthu</a:t>
            </a:r>
            <a:endParaRPr lang="en-US" sz="2000" dirty="0">
              <a:solidFill>
                <a:srgbClr val="EBECEF"/>
              </a:solidFill>
              <a:ea typeface="Epilogue" pitchFamily="34" charset="-122"/>
              <a:cs typeface="Epilogue" pitchFamily="34" charset="-120"/>
            </a:endParaRPr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EBECEF"/>
                </a:solidFill>
                <a:ea typeface="Epilogue" pitchFamily="34" charset="-122"/>
                <a:cs typeface="Epilogue" pitchFamily="34" charset="-120"/>
              </a:rPr>
              <a:t>Asif </a:t>
            </a:r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EBECEF"/>
                </a:solidFill>
                <a:ea typeface="Epilogue" pitchFamily="34" charset="-122"/>
                <a:cs typeface="Epilogue" pitchFamily="34" charset="-120"/>
              </a:rPr>
              <a:t>Revanth Kola</a:t>
            </a:r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EBECEF"/>
                </a:solidFill>
                <a:ea typeface="Epilogue" pitchFamily="34" charset="-122"/>
                <a:cs typeface="Epilogue" pitchFamily="34" charset="-120"/>
              </a:rPr>
              <a:t>Rayala Charanya 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53C0B-0225-4CBC-41FA-B7F97ED8611E}"/>
              </a:ext>
            </a:extLst>
          </p:cNvPr>
          <p:cNvSpPr txBox="1"/>
          <p:nvPr/>
        </p:nvSpPr>
        <p:spPr>
          <a:xfrm>
            <a:off x="5932170" y="5966460"/>
            <a:ext cx="5063490" cy="744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Mentor Name : 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         Suramya Biswas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A4B28D-BEC2-EBCB-8D51-AD0BDD4DC442}"/>
              </a:ext>
            </a:extLst>
          </p:cNvPr>
          <p:cNvSpPr/>
          <p:nvPr/>
        </p:nvSpPr>
        <p:spPr>
          <a:xfrm>
            <a:off x="12623180" y="7616283"/>
            <a:ext cx="2007220" cy="613317"/>
          </a:xfrm>
          <a:prstGeom prst="rect">
            <a:avLst/>
          </a:prstGeom>
          <a:solidFill>
            <a:srgbClr val="0706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316474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System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2619851"/>
            <a:ext cx="612707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Key features of our web-based inventory management system include: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81063" y="3652242"/>
            <a:ext cx="6127075" cy="317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Web-based platform for real-time inventory management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Tracking of product stock and transaction records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Automatic detection of low inventory using threshold values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Automated alerts and restocking triggers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Reduced risk of stockouts and manual errors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882" y="2676406"/>
            <a:ext cx="6127075" cy="34197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2DEF19-1412-1432-C54B-C745D0036309}"/>
              </a:ext>
            </a:extLst>
          </p:cNvPr>
          <p:cNvSpPr/>
          <p:nvPr/>
        </p:nvSpPr>
        <p:spPr>
          <a:xfrm>
            <a:off x="12645482" y="7616283"/>
            <a:ext cx="2007220" cy="613317"/>
          </a:xfrm>
          <a:prstGeom prst="rect">
            <a:avLst/>
          </a:prstGeom>
          <a:solidFill>
            <a:srgbClr val="0706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2035612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Technology Stack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063" y="3238381"/>
            <a:ext cx="755213" cy="755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063" y="4308277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Spring Boot (Java)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81063" y="4808934"/>
            <a:ext cx="4079557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Backend logic development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API creation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Robust server-side operations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5302" y="3238381"/>
            <a:ext cx="755213" cy="7552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75302" y="4308277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React.js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75302" y="4808934"/>
            <a:ext cx="4079677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Interactive frontend development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Responsive UI design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Seamless user experience</a:t>
            </a:r>
            <a:endParaRPr lang="en-US" sz="1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9661" y="3238381"/>
            <a:ext cx="755213" cy="7552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69661" y="4308277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MySQL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69661" y="4808934"/>
            <a:ext cx="4079677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Structured data storage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Reliable inventory tracking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Data integrity management</a:t>
            </a:r>
            <a:endParaRPr lang="en-US" sz="19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8D9A1-CF8B-2A2B-93C0-A555EF01F6B4}"/>
              </a:ext>
            </a:extLst>
          </p:cNvPr>
          <p:cNvSpPr/>
          <p:nvPr/>
        </p:nvSpPr>
        <p:spPr>
          <a:xfrm>
            <a:off x="12623180" y="7616283"/>
            <a:ext cx="2007220" cy="613317"/>
          </a:xfrm>
          <a:prstGeom prst="rect">
            <a:avLst/>
          </a:prstGeom>
          <a:solidFill>
            <a:srgbClr val="0706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1104662"/>
            <a:ext cx="6174224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System Roles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81063" y="2307431"/>
            <a:ext cx="12868275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21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Three distinct system roles.</a:t>
            </a:r>
            <a:endParaRPr lang="en-US" sz="210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21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Each role has specific responsibilities.</a:t>
            </a:r>
            <a:endParaRPr lang="en-US" sz="210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210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Goal: Ensure smooth inventory management and operational efficiency.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81063" y="3975497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0E4E6"/>
                </a:solidFill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81063" y="4372808"/>
            <a:ext cx="4121587" cy="3048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6" name="Text 4"/>
          <p:cNvSpPr/>
          <p:nvPr/>
        </p:nvSpPr>
        <p:spPr>
          <a:xfrm>
            <a:off x="881063" y="4559618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Admin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1063" y="5060275"/>
            <a:ext cx="4121587" cy="1787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Manage all users.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Handle data imports.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View full system-wide analytics and reports.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54347" y="3975497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0E4E6"/>
                </a:solidFill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254347" y="4372808"/>
            <a:ext cx="4121587" cy="3048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0" name="Text 8"/>
          <p:cNvSpPr/>
          <p:nvPr/>
        </p:nvSpPr>
        <p:spPr>
          <a:xfrm>
            <a:off x="5254347" y="4559618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Manager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4347" y="5060275"/>
            <a:ext cx="4121587" cy="1787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Track real-time stock movement.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Approve automated purchase orders.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Monitor inventory status.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627632" y="3975497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E0E4E6"/>
                </a:solidFill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627632" y="4372808"/>
            <a:ext cx="4121706" cy="3048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4" name="Text 12"/>
          <p:cNvSpPr/>
          <p:nvPr/>
        </p:nvSpPr>
        <p:spPr>
          <a:xfrm>
            <a:off x="9627632" y="4559618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Vendor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27632" y="5060275"/>
            <a:ext cx="4121706" cy="1875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Handle orders.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Supply goods.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Update product information.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Manage delivery logistics.</a:t>
            </a:r>
            <a:endParaRPr lang="en-US" sz="19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CE0873-EED8-E338-B1CA-37571E8970B1}"/>
              </a:ext>
            </a:extLst>
          </p:cNvPr>
          <p:cNvSpPr/>
          <p:nvPr/>
        </p:nvSpPr>
        <p:spPr>
          <a:xfrm>
            <a:off x="12623180" y="7616283"/>
            <a:ext cx="2007220" cy="613317"/>
          </a:xfrm>
          <a:prstGeom prst="rect">
            <a:avLst/>
          </a:prstGeom>
          <a:solidFill>
            <a:srgbClr val="0706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931069"/>
            <a:ext cx="5435203" cy="62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Admin Responsibilities</a:t>
            </a:r>
            <a:endParaRPr lang="en-US" sz="3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231" y="2095619"/>
            <a:ext cx="3730109" cy="49734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5936" y="2436852"/>
            <a:ext cx="2517577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Core Functions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585936" y="2955369"/>
            <a:ext cx="8170902" cy="159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Create, update, and manage SKU/product listings</a:t>
            </a:r>
            <a:endParaRPr lang="en-US" sz="19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Manage users (Manager &amp; Vendor)</a:t>
            </a:r>
            <a:endParaRPr lang="en-US" sz="19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Define roles, permissions, and access control</a:t>
            </a:r>
            <a:endParaRPr lang="en-US" sz="19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Maintain and oversee master inventory data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585936" y="4750475"/>
            <a:ext cx="2594967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Monitoring &amp; Security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585936" y="5268992"/>
            <a:ext cx="8170902" cy="1591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Approve or reject product and vendor updates</a:t>
            </a:r>
            <a:endParaRPr lang="en-US" sz="19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Monitor system activity, logs, and performance reports</a:t>
            </a:r>
            <a:endParaRPr lang="en-US" sz="19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Generate reports for stock, transactions, and usage</a:t>
            </a:r>
            <a:endParaRPr lang="en-US" sz="195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Configure system settings and thresholds</a:t>
            </a:r>
            <a:endParaRPr lang="en-US" sz="19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74A2F-DEE0-2D59-9DD0-720859F19ED9}"/>
              </a:ext>
            </a:extLst>
          </p:cNvPr>
          <p:cNvSpPr/>
          <p:nvPr/>
        </p:nvSpPr>
        <p:spPr>
          <a:xfrm>
            <a:off x="12634331" y="7616283"/>
            <a:ext cx="2007220" cy="613317"/>
          </a:xfrm>
          <a:prstGeom prst="rect">
            <a:avLst/>
          </a:prstGeom>
          <a:solidFill>
            <a:srgbClr val="0706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9">
            <a:extLst>
              <a:ext uri="{FF2B5EF4-FFF2-40B4-BE49-F238E27FC236}">
                <a16:creationId xmlns:a16="http://schemas.microsoft.com/office/drawing/2014/main" id="{24EAF4CB-1BF2-1069-2AE0-DC919F797362}"/>
              </a:ext>
            </a:extLst>
          </p:cNvPr>
          <p:cNvSpPr/>
          <p:nvPr/>
        </p:nvSpPr>
        <p:spPr>
          <a:xfrm>
            <a:off x="7593449" y="4872513"/>
            <a:ext cx="6308288" cy="2449949"/>
          </a:xfrm>
          <a:prstGeom prst="roundRect">
            <a:avLst>
              <a:gd name="adj" fmla="val 5972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81063" y="937617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Manager Functions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20103" y="2109907"/>
            <a:ext cx="6308288" cy="2449949"/>
          </a:xfrm>
          <a:prstGeom prst="roundRect">
            <a:avLst>
              <a:gd name="adj" fmla="val 5972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583" y="2140387"/>
            <a:ext cx="121920" cy="2449949"/>
          </a:xfrm>
          <a:prstGeom prst="roundRect">
            <a:avLst>
              <a:gd name="adj" fmla="val 309751"/>
            </a:avLst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1254681" y="2422565"/>
            <a:ext cx="3347799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Real-Time Stock Tracking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54681" y="2923223"/>
            <a:ext cx="5652492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Monitor inventory levels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Track products in real-time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Manage inbound and outbound stock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41049" y="2140387"/>
            <a:ext cx="6308288" cy="2449949"/>
          </a:xfrm>
          <a:prstGeom prst="roundRect">
            <a:avLst>
              <a:gd name="adj" fmla="val 5972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10569" y="2140387"/>
            <a:ext cx="121920" cy="2449949"/>
          </a:xfrm>
          <a:prstGeom prst="roundRect">
            <a:avLst>
              <a:gd name="adj" fmla="val 309751"/>
            </a:avLst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7814667" y="2422565"/>
            <a:ext cx="330672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Purchase Order Approval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14667" y="2923223"/>
            <a:ext cx="5652492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Review restocking requests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Approve automated orders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Verify supply requirements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881063" y="4842034"/>
            <a:ext cx="6308288" cy="2449949"/>
          </a:xfrm>
          <a:prstGeom prst="roundRect">
            <a:avLst>
              <a:gd name="adj" fmla="val 5972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583" y="4842034"/>
            <a:ext cx="121920" cy="2449949"/>
          </a:xfrm>
          <a:prstGeom prst="roundRect">
            <a:avLst>
              <a:gd name="adj" fmla="val 309751"/>
            </a:avLst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1254681" y="5124212"/>
            <a:ext cx="2930962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Transaction Oversight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681" y="5624870"/>
            <a:ext cx="5652492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Track all stock movements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Maintain accurate records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Update system logs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7654409" y="5090994"/>
            <a:ext cx="6094928" cy="2200989"/>
          </a:xfrm>
          <a:prstGeom prst="roundRect">
            <a:avLst>
              <a:gd name="adj" fmla="val 16572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09123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10569" y="4842034"/>
            <a:ext cx="121920" cy="2449949"/>
          </a:xfrm>
          <a:prstGeom prst="roundRect">
            <a:avLst>
              <a:gd name="adj" fmla="val 309751"/>
            </a:avLst>
          </a:prstGeom>
          <a:solidFill>
            <a:srgbClr val="091231"/>
          </a:solidFill>
          <a:ln/>
        </p:spPr>
      </p:sp>
      <p:sp>
        <p:nvSpPr>
          <p:cNvPr id="17" name="Text 15"/>
          <p:cNvSpPr/>
          <p:nvPr/>
        </p:nvSpPr>
        <p:spPr>
          <a:xfrm>
            <a:off x="7814667" y="5124212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Alert Management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14667" y="5624870"/>
            <a:ext cx="5652492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Respond to low stock notifications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Handle system exceptions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Monitor inventory thresholds</a:t>
            </a:r>
            <a:endParaRPr lang="en-US" sz="1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5A0675-0865-57A1-745E-A50AD783E8CF}"/>
              </a:ext>
            </a:extLst>
          </p:cNvPr>
          <p:cNvSpPr/>
          <p:nvPr/>
        </p:nvSpPr>
        <p:spPr>
          <a:xfrm>
            <a:off x="12623180" y="7616283"/>
            <a:ext cx="2007220" cy="613317"/>
          </a:xfrm>
          <a:prstGeom prst="rect">
            <a:avLst/>
          </a:prstGeom>
          <a:solidFill>
            <a:srgbClr val="0706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32434179-1DB7-8E81-E1FF-4F05F3D3AFE7}"/>
              </a:ext>
            </a:extLst>
          </p:cNvPr>
          <p:cNvSpPr/>
          <p:nvPr/>
        </p:nvSpPr>
        <p:spPr>
          <a:xfrm>
            <a:off x="7471529" y="4872514"/>
            <a:ext cx="121920" cy="2449949"/>
          </a:xfrm>
          <a:prstGeom prst="roundRect">
            <a:avLst>
              <a:gd name="adj" fmla="val 309751"/>
            </a:avLst>
          </a:prstGeom>
          <a:solidFill>
            <a:srgbClr val="37A7E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2332434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Vendor Operations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81063" y="3535204"/>
            <a:ext cx="4121587" cy="2361843"/>
          </a:xfrm>
          <a:prstGeom prst="roundRect">
            <a:avLst>
              <a:gd name="adj" fmla="val 619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583" y="3535204"/>
            <a:ext cx="121920" cy="2361843"/>
          </a:xfrm>
          <a:prstGeom prst="roundRect">
            <a:avLst>
              <a:gd name="adj" fmla="val 309751"/>
            </a:avLst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1254681" y="3817382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Order Processing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54681" y="4318040"/>
            <a:ext cx="3465790" cy="1296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Handle incoming purchase orders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Confirm stock availability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54347" y="3535204"/>
            <a:ext cx="4121587" cy="2361843"/>
          </a:xfrm>
          <a:prstGeom prst="roundRect">
            <a:avLst>
              <a:gd name="adj" fmla="val 619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23867" y="3535204"/>
            <a:ext cx="121920" cy="2361843"/>
          </a:xfrm>
          <a:prstGeom prst="roundRect">
            <a:avLst>
              <a:gd name="adj" fmla="val 309751"/>
            </a:avLst>
          </a:prstGeom>
          <a:solidFill>
            <a:srgbClr val="29DDDA"/>
          </a:solidFill>
          <a:ln/>
        </p:spPr>
      </p:sp>
      <p:sp>
        <p:nvSpPr>
          <p:cNvPr id="9" name="Text 7"/>
          <p:cNvSpPr/>
          <p:nvPr/>
        </p:nvSpPr>
        <p:spPr>
          <a:xfrm>
            <a:off x="5627965" y="3817382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Product Supply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27965" y="4318040"/>
            <a:ext cx="3465790" cy="1296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Supply goods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Ensure alignment with order specifications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627632" y="3535204"/>
            <a:ext cx="4121706" cy="2361843"/>
          </a:xfrm>
          <a:prstGeom prst="roundRect">
            <a:avLst>
              <a:gd name="adj" fmla="val 619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7152" y="3535204"/>
            <a:ext cx="121920" cy="2361843"/>
          </a:xfrm>
          <a:prstGeom prst="roundRect">
            <a:avLst>
              <a:gd name="adj" fmla="val 309751"/>
            </a:avLst>
          </a:prstGeom>
          <a:solidFill>
            <a:srgbClr val="37A7E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01250" y="3817382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Product Updates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01250" y="4318040"/>
            <a:ext cx="3465909" cy="893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Update product information</a:t>
            </a:r>
            <a:endParaRPr lang="en-US" sz="1950" dirty="0"/>
          </a:p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19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Maintain inventory details</a:t>
            </a:r>
            <a:endParaRPr lang="en-US" sz="19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C1E816-C401-FE12-C6FD-45F075410274}"/>
              </a:ext>
            </a:extLst>
          </p:cNvPr>
          <p:cNvSpPr/>
          <p:nvPr/>
        </p:nvSpPr>
        <p:spPr>
          <a:xfrm>
            <a:off x="12623180" y="7616283"/>
            <a:ext cx="2007220" cy="613317"/>
          </a:xfrm>
          <a:prstGeom prst="rect">
            <a:avLst/>
          </a:prstGeom>
          <a:solidFill>
            <a:srgbClr val="0706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9">
            <a:extLst>
              <a:ext uri="{FF2B5EF4-FFF2-40B4-BE49-F238E27FC236}">
                <a16:creationId xmlns:a16="http://schemas.microsoft.com/office/drawing/2014/main" id="{D3563F5D-9EC1-C9F0-2ACA-E917AFA3AEDE}"/>
              </a:ext>
            </a:extLst>
          </p:cNvPr>
          <p:cNvSpPr/>
          <p:nvPr/>
        </p:nvSpPr>
        <p:spPr>
          <a:xfrm>
            <a:off x="7376874" y="3553870"/>
            <a:ext cx="6372463" cy="1875830"/>
          </a:xfrm>
          <a:prstGeom prst="roundRect">
            <a:avLst>
              <a:gd name="adj" fmla="val 14093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881063" y="809625"/>
            <a:ext cx="3916323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Key Features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881063" y="1545788"/>
            <a:ext cx="6372463" cy="1875830"/>
          </a:xfrm>
          <a:prstGeom prst="roundRect">
            <a:avLst>
              <a:gd name="adj" fmla="val 14093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515" y="1737241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16FFB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7890" y="1882497"/>
            <a:ext cx="237887" cy="2378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2515" y="2389227"/>
            <a:ext cx="2948107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Automated Low Stock Detection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2515" y="2707958"/>
            <a:ext cx="5989558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System automatically monitors inventory levels</a:t>
            </a:r>
            <a:endParaRPr lang="en-US" sz="13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Triggers alerts when stock goes below threshold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76874" y="1545788"/>
            <a:ext cx="6372463" cy="1875830"/>
          </a:xfrm>
          <a:prstGeom prst="roundRect">
            <a:avLst>
              <a:gd name="adj" fmla="val 14093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68327" y="1737241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29DDD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3702" y="1882497"/>
            <a:ext cx="237887" cy="2378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68327" y="2389227"/>
            <a:ext cx="270771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Real-Time Inventory Tracking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568327" y="2707958"/>
            <a:ext cx="5989558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Live updates of product and SKU data</a:t>
            </a:r>
            <a:endParaRPr lang="en-US" sz="13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Instant stock status visibility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47010" y="3522820"/>
            <a:ext cx="6372463" cy="1875830"/>
          </a:xfrm>
          <a:prstGeom prst="roundRect">
            <a:avLst>
              <a:gd name="adj" fmla="val 14093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10"/>
          <p:cNvSpPr/>
          <p:nvPr/>
        </p:nvSpPr>
        <p:spPr>
          <a:xfrm>
            <a:off x="1072515" y="3736419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37A7E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7890" y="3881676"/>
            <a:ext cx="237887" cy="2378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2515" y="4388406"/>
            <a:ext cx="300573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Digital Transaction Management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072515" y="4707136"/>
            <a:ext cx="5989558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Records all stock In/Out activities</a:t>
            </a:r>
            <a:endParaRPr lang="en-US" sz="13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Generates reports automatically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405926" y="3613071"/>
            <a:ext cx="6243167" cy="1803678"/>
          </a:xfrm>
          <a:prstGeom prst="roundRect">
            <a:avLst>
              <a:gd name="adj" fmla="val 14093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68327" y="3736419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091231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3702" y="3881676"/>
            <a:ext cx="237887" cy="23788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13702" y="4373404"/>
            <a:ext cx="2479000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Role-Based Access Control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568327" y="4777562"/>
            <a:ext cx="5989558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Separate dashboards for Admin, Manager, and Vendor</a:t>
            </a:r>
            <a:endParaRPr lang="en-US" sz="13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Displays relevant data access only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81063" y="5544145"/>
            <a:ext cx="6372463" cy="1875830"/>
          </a:xfrm>
          <a:prstGeom prst="roundRect">
            <a:avLst>
              <a:gd name="adj" fmla="val 14093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72515" y="5735598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16FFBB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7890" y="5880854"/>
            <a:ext cx="237887" cy="23788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72515" y="6387584"/>
            <a:ext cx="2746653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Centralized SKU Management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072515" y="6706314"/>
            <a:ext cx="5989558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Unique SKU system for each product</a:t>
            </a:r>
            <a:endParaRPr lang="en-US" sz="13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Simplifies tracking and organization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7376874" y="5544145"/>
            <a:ext cx="6372463" cy="1875830"/>
          </a:xfrm>
          <a:prstGeom prst="roundRect">
            <a:avLst>
              <a:gd name="adj" fmla="val 14093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568327" y="5735598"/>
            <a:ext cx="528638" cy="528638"/>
          </a:xfrm>
          <a:prstGeom prst="roundRect">
            <a:avLst>
              <a:gd name="adj" fmla="val 17295551"/>
            </a:avLst>
          </a:prstGeom>
          <a:solidFill>
            <a:srgbClr val="29DDDA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3702" y="5880854"/>
            <a:ext cx="237887" cy="23788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68327" y="6387584"/>
            <a:ext cx="2692241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Product Analysis &amp; Reporting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568327" y="6706314"/>
            <a:ext cx="5989558" cy="52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Built-in analysis tools</a:t>
            </a:r>
            <a:endParaRPr lang="en-US" sz="135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Provides transaction reports for demand trends</a:t>
            </a:r>
            <a:endParaRPr lang="en-US" sz="13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937B3D-4E91-CD06-D988-0BC4B3031FF7}"/>
              </a:ext>
            </a:extLst>
          </p:cNvPr>
          <p:cNvSpPr/>
          <p:nvPr/>
        </p:nvSpPr>
        <p:spPr>
          <a:xfrm>
            <a:off x="12623180" y="7616283"/>
            <a:ext cx="2007220" cy="613317"/>
          </a:xfrm>
          <a:prstGeom prst="rect">
            <a:avLst/>
          </a:prstGeom>
          <a:solidFill>
            <a:srgbClr val="0706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1063" y="765691"/>
            <a:ext cx="4308515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Future Enhancements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063" y="1573292"/>
            <a:ext cx="471964" cy="4719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063" y="2222183"/>
            <a:ext cx="2395657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Email/SMS Notifications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81063" y="2569250"/>
            <a:ext cx="634567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Automatic alerts for low stock and restock updates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3663" y="1573292"/>
            <a:ext cx="471964" cy="4719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03663" y="2222183"/>
            <a:ext cx="2831425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AI-Based Demand Prediction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403663" y="2569250"/>
            <a:ext cx="634567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Predict future stock needs using past data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063" y="3116699"/>
            <a:ext cx="471964" cy="4719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1063" y="3765590"/>
            <a:ext cx="3187779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Auto Purchase Order Generation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81063" y="4112657"/>
            <a:ext cx="634567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Directly send restock requests to vendors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03663" y="3116699"/>
            <a:ext cx="471964" cy="4719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03663" y="3765590"/>
            <a:ext cx="2250996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Mobile App Integration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7403663" y="4112657"/>
            <a:ext cx="634567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Access system on mobile devices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063" y="4660106"/>
            <a:ext cx="471964" cy="47196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81063" y="5308997"/>
            <a:ext cx="3091101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Advanced Analytics Dashboard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881063" y="5656064"/>
            <a:ext cx="634567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Visual insights with graphs and trends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3663" y="4660106"/>
            <a:ext cx="471964" cy="47196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03663" y="5308997"/>
            <a:ext cx="2098000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Cloud Deployment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7403663" y="5656064"/>
            <a:ext cx="634567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Improve scalability and remote access</a:t>
            </a:r>
            <a:endParaRPr lang="en-US" sz="14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1063" y="6203513"/>
            <a:ext cx="471964" cy="47196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81063" y="6852404"/>
            <a:ext cx="2339459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Bulk CSV Import/Export</a:t>
            </a:r>
            <a:endParaRPr lang="en-US" sz="1650" dirty="0"/>
          </a:p>
        </p:txBody>
      </p:sp>
      <p:sp>
        <p:nvSpPr>
          <p:cNvPr id="23" name="Text 14"/>
          <p:cNvSpPr/>
          <p:nvPr/>
        </p:nvSpPr>
        <p:spPr>
          <a:xfrm>
            <a:off x="881063" y="7199471"/>
            <a:ext cx="634567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Manage large data efficiently</a:t>
            </a:r>
            <a:endParaRPr lang="en-US" sz="14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3663" y="6203513"/>
            <a:ext cx="471964" cy="47196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03663" y="6852404"/>
            <a:ext cx="2748082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ea typeface="Spline Sans Bold" pitchFamily="34" charset="-122"/>
                <a:cs typeface="Spline Sans Bold" pitchFamily="34" charset="-120"/>
              </a:rPr>
              <a:t>Supplier System Integration</a:t>
            </a:r>
            <a:endParaRPr lang="en-US" sz="1650" dirty="0"/>
          </a:p>
        </p:txBody>
      </p:sp>
      <p:sp>
        <p:nvSpPr>
          <p:cNvPr id="26" name="Text 16"/>
          <p:cNvSpPr/>
          <p:nvPr/>
        </p:nvSpPr>
        <p:spPr>
          <a:xfrm>
            <a:off x="7403663" y="7199471"/>
            <a:ext cx="6345674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E0E4E6"/>
                </a:solidFill>
                <a:ea typeface="Barlow" pitchFamily="34" charset="-122"/>
                <a:cs typeface="Barlow" pitchFamily="34" charset="-120"/>
              </a:rPr>
              <a:t>Direct communication with vendor systems</a:t>
            </a:r>
            <a:endParaRPr lang="en-US" sz="14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BBFA9D-0165-60D5-FACE-97D9B716E8AB}"/>
              </a:ext>
            </a:extLst>
          </p:cNvPr>
          <p:cNvSpPr/>
          <p:nvPr/>
        </p:nvSpPr>
        <p:spPr>
          <a:xfrm>
            <a:off x="12623180" y="7616283"/>
            <a:ext cx="2007220" cy="613317"/>
          </a:xfrm>
          <a:prstGeom prst="rect">
            <a:avLst/>
          </a:prstGeom>
          <a:solidFill>
            <a:srgbClr val="07061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81063" y="3065740"/>
            <a:ext cx="12868275" cy="209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0"/>
              </a:lnSpc>
              <a:buNone/>
            </a:pPr>
            <a:r>
              <a:rPr lang="en-US" sz="120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Thank</a:t>
            </a:r>
            <a:r>
              <a:rPr lang="en-US" sz="13200" b="1" dirty="0">
                <a:solidFill>
                  <a:srgbClr val="F0FCFF"/>
                </a:solidFill>
                <a:ea typeface="Spline Sans Bold" pitchFamily="34" charset="-122"/>
                <a:cs typeface="Spline Sans Bold" pitchFamily="34" charset="-120"/>
              </a:rPr>
              <a:t> you</a:t>
            </a:r>
            <a:endParaRPr lang="en-US" sz="1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504</Words>
  <Application>Microsoft Office PowerPoint</Application>
  <PresentationFormat>Custom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Spline Sans Light</vt:lpstr>
      <vt:lpstr>Epilogue</vt:lpstr>
      <vt:lpstr>Arial</vt:lpstr>
      <vt:lpstr>Barlow</vt:lpstr>
      <vt:lpstr>Spline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rowthudevika1706@outlook.com</cp:lastModifiedBy>
  <cp:revision>4</cp:revision>
  <dcterms:created xsi:type="dcterms:W3CDTF">2026-03-26T12:21:42Z</dcterms:created>
  <dcterms:modified xsi:type="dcterms:W3CDTF">2026-03-29T16:32:32Z</dcterms:modified>
</cp:coreProperties>
</file>